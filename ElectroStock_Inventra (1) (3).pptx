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B300"/>
                </a:solidFill>
              </a:rPr>
              <a:t>SMART INVENTORY MANAGEMENT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ElectroStock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Inventra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90A4AE"/>
                </a:solidFill>
              </a:rPr>
              <a:t>Intelligent Stock Control for the Electronics Domain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20116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3657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Domain: Electronics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182880"/>
            <a:ext cx="2560320" cy="2560320"/>
          </a:xfrm>
          <a:prstGeom prst="ellipse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286000"/>
            <a:ext cx="1645920" cy="1645920"/>
          </a:xfrm>
          <a:prstGeom prst="ellipse">
            <a:avLst/>
          </a:prstGeom>
          <a:solidFill>
            <a:srgbClr val="FFB300">
              <a:alpha val="20000"/>
            </a:srgbClr>
          </a:solidFill>
          <a:ln w="12700">
            <a:solidFill>
              <a:srgbClr val="FFB30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Presented to Senior Mentor  •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6974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" y="1600200"/>
            <a:ext cx="247802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Electronics businesses struggle with manual stock tracking, leading to stockouts, overstocking, and delayed decisions.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05840"/>
            <a:ext cx="269748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005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64408" y="1600200"/>
            <a:ext cx="247802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A role-based smart inventory system with real-time alerts, staff-admin collaboration, and AI-driven demand predictions.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69748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05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44768" y="1600200"/>
            <a:ext cx="247802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Automate stock management, generate insights, and enable data-driven decisions through a unified digital platform.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ElectroStock Inventra  |  Smart Inventory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749808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52144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52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0424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300"/>
                </a:solidFill>
              </a:rPr>
              <a:t>Register / Login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3350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EAF0"/>
                </a:solidFill>
              </a:rPr>
              <a:t>User registers and logs in as Admin or Staff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114800" cy="749808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112264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0025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300"/>
                </a:solidFill>
              </a:rPr>
              <a:t>Role Dashboard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22951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EAF0"/>
                </a:solidFill>
              </a:rPr>
              <a:t>Redirected to role-specific dashboard with features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749808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3072384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962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300"/>
                </a:solidFill>
              </a:rPr>
              <a:t>Admin: Manage Products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325526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EAF0"/>
                </a:solidFill>
              </a:rPr>
              <a:t>Add, update, delete products; set min thresholds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4114800" cy="749808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4032504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9227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300"/>
                </a:solidFill>
              </a:rPr>
              <a:t>Staff: Request Stock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42153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EAF0"/>
                </a:solidFill>
              </a:rPr>
              <a:t>Search admin, view products, request stock-in/out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14800" cy="749808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1152144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152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0424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300"/>
                </a:solidFill>
              </a:rPr>
              <a:t>Admin: Approve / Reject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49240" y="13350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EAF0"/>
                </a:solidFill>
              </a:rPr>
              <a:t>Admin accepts or rejects requests; stock auto-updates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1965960"/>
            <a:ext cx="4114800" cy="749808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28032" y="2112264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20025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300"/>
                </a:solidFill>
              </a:rPr>
              <a:t>Alerts &amp; Reports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49240" y="22951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EAF0"/>
                </a:solidFill>
              </a:rPr>
              <a:t>Low stock alerts triggered; PDF/Excel reports generated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114800" cy="749808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28032" y="3072384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2962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300"/>
                </a:solidFill>
              </a:rPr>
              <a:t>AI Predictions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49240" y="325526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EAF0"/>
                </a:solidFill>
              </a:rPr>
              <a:t>Future demand predicted based on transaction history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ElectroStock Inventra  |  Smart Inventory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User Roles &amp; Capabilities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👑  ADMIN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Manage products (Add / Edit / Delete)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Set minimum stock thresholds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Receive low-stock alerts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791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Accept or reject staff requests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540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Auto-update stock on approval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View audit &amp; transaction logs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03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Export PDF / Excel reports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788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View AI demand predictions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96012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960120"/>
            <a:ext cx="39319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960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👤  STAFF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15544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Register and log in securely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19293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Search admin by username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3042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Browse admin's product catalogue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6791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Request stock-in (receive stock)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0540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Request stock-out (issue stock)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3429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Track request status (pending/approved)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3803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View their own transaction history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41788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Receive notifications on request updates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ElectroStock Inventra  |  Smart Inventory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System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0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640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AF0"/>
                </a:solidFill>
              </a:rPr>
              <a:t>Secure register &amp; login with role-based access. Forgot password via Email OTP verification.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960120"/>
            <a:ext cx="278892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960120"/>
            <a:ext cx="640080" cy="1691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960120"/>
            <a:ext cx="640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04488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Product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04488" y="14173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AF0"/>
                </a:solidFill>
              </a:rPr>
              <a:t>Admin can add, update and delete electronics products with quantity, price and threshold.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960120"/>
            <a:ext cx="278892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960120"/>
            <a:ext cx="640080" cy="16916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960120"/>
            <a:ext cx="640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48856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Alerts 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48856" y="14173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AF0"/>
                </a:solidFill>
              </a:rPr>
              <a:t>Automatic low-stock alerts when product quantity falls below the minimum threshold set by admin.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8892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640080" cy="1691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26080"/>
            <a:ext cx="640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A1B9A"/>
                </a:solidFill>
              </a:rPr>
              <a:t>Logs &amp; Reports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3832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AF0"/>
                </a:solidFill>
              </a:rPr>
              <a:t>Full audit logs, transaction logs, and one-click export to PDF or Excel spreadsheet.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2926080"/>
            <a:ext cx="278892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926080"/>
            <a:ext cx="640080" cy="16916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2926080"/>
            <a:ext cx="640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04488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7C00"/>
                </a:solidFill>
              </a:rPr>
              <a:t>AI Predictions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04488" y="33832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AF0"/>
                </a:solidFill>
              </a:rPr>
              <a:t>Machine learning-based future stock demand predictions to help admins plan procurement.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ElectroStock Inventra  |  Smart Inventory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9436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8408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React.js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594360" cy="1600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6012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58768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Java Spring Boot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58768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Backend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60120"/>
            <a:ext cx="594360" cy="1600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96012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39128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MySQL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39128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3935"/>
                </a:solidFill>
              </a:rPr>
              <a:t>Database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80360"/>
            <a:ext cx="594360" cy="1600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8036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78408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JWT Auth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Security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594360" cy="16002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88036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58768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Gmail SMTP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58768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7C00"/>
                </a:solidFill>
              </a:rPr>
              <a:t>Email / OTP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8803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880360"/>
            <a:ext cx="594360" cy="1600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880360"/>
            <a:ext cx="594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39128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PDF &amp; Excel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39128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Reports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ElectroStock Inventra  |  Smart Inventory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ElectroStock Inventra?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9436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105156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Real-Time Control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399032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Stock levels update instantly on every approved request — no manual entry, no delays.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94360" cy="10972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6012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67528" y="105156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Never Stockout Again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67528" y="1399032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Automated alerts notify admins before stock hits critical levels, enabling proactive restocking.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59436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8600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2688" y="237744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Seamless Collaboration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724912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Staff and admins work through a structured request-approval workflow across locations.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86000"/>
            <a:ext cx="594360" cy="10972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28600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67528" y="237744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A1B9A"/>
                </a:solidFill>
              </a:rPr>
              <a:t>Data-Driven Decisions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67528" y="2724912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Full audit trails, transaction history, and AI predictions give admins complete visibility.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594360" cy="10972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1188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2688" y="370332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7C00"/>
                </a:solidFill>
              </a:rPr>
              <a:t>Instant Reports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4050792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One-click PDF and Excel exports for inventory, transactions and audit logs anytime.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11880"/>
            <a:ext cx="594360" cy="10972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61188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67528" y="370332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38F"/>
                </a:solidFill>
              </a:rPr>
              <a:t>Secure by Design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67528" y="4050792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JWT authentication, role-based access, and OTP email verification protect every action.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ElectroStock Inventra  |  Smart Inventory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Features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51760" cy="10972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25880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OTP Email Auth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9272" y="960120"/>
            <a:ext cx="2651760" cy="10972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9272" y="1051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33672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CRUD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960120"/>
            <a:ext cx="2651760" cy="10972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27064" y="1051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141464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 Stock Alerts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286000"/>
            <a:ext cx="2651760" cy="10972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2588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Staff-Admin Requests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9272" y="2286000"/>
            <a:ext cx="2651760" cy="10972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9272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233672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Stock Update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27064" y="2286000"/>
            <a:ext cx="2651760" cy="10972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27064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41464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Audit &amp; Transaction Logs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611880"/>
            <a:ext cx="2651760" cy="10972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703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32588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PDF &amp; Excel Export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19272" y="3611880"/>
            <a:ext cx="2651760" cy="10972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19272" y="3703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233672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Demand Prediction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27064" y="3611880"/>
            <a:ext cx="2651760" cy="10972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27064" y="3703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141464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Role-Based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ElectroStock Inventra  |  Smart Inventory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1E88E5">
              <a:alpha val="12000"/>
            </a:srgbClr>
          </a:solidFill>
          <a:ln w="12700">
            <a:solidFill>
              <a:srgbClr val="1E88E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FB300">
              <a:alpha val="12000"/>
            </a:srgbClr>
          </a:solidFill>
          <a:ln w="12700">
            <a:solidFill>
              <a:srgbClr val="FFB30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90A4AE"/>
                </a:solidFill>
              </a:rPr>
              <a:t>for your time and attention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114800" cy="27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B300"/>
                </a:solidFill>
              </a:rPr>
              <a:t>ElectroStock Inventra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Smart Inventory Management  •  Electronics Domain  • 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88E5"/>
                </a:solidFill>
              </a:rPr>
              <a:t>Open for Questions &amp; Feedback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ElectroStock Inventra</dc:title>
  <dc:subject>PptxGenJS Presentation</dc:subject>
  <dc:creator>PptxGenJS</dc:creator>
  <cp:lastModifiedBy>PptxGenJS</cp:lastModifiedBy>
  <cp:revision>1</cp:revision>
  <dcterms:created xsi:type="dcterms:W3CDTF">2026-03-27T20:46:14Z</dcterms:created>
  <dcterms:modified xsi:type="dcterms:W3CDTF">2026-03-27T20:46:14Z</dcterms:modified>
</cp:coreProperties>
</file>